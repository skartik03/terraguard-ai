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iksonawane3333@gmail.com" userId="f542782a0cc84209" providerId="LiveId" clId="{A84BC9FB-1D64-44E8-AFA8-22226508B5B9}"/>
    <pc:docChg chg="modSld">
      <pc:chgData name="kartiksonawane3333@gmail.com" userId="f542782a0cc84209" providerId="LiveId" clId="{A84BC9FB-1D64-44E8-AFA8-22226508B5B9}" dt="2026-09-18T11:03:10.545" v="18" actId="20577"/>
      <pc:docMkLst>
        <pc:docMk/>
      </pc:docMkLst>
      <pc:sldChg chg="modSp mod">
        <pc:chgData name="kartiksonawane3333@gmail.com" userId="f542782a0cc84209" providerId="LiveId" clId="{A84BC9FB-1D64-44E8-AFA8-22226508B5B9}" dt="2026-09-18T11:03:10.545" v="18" actId="20577"/>
        <pc:sldMkLst>
          <pc:docMk/>
          <pc:sldMk cId="0" sldId="256"/>
        </pc:sldMkLst>
        <pc:spChg chg="mod">
          <ac:chgData name="kartiksonawane3333@gmail.com" userId="f542782a0cc84209" providerId="LiveId" clId="{A84BC9FB-1D64-44E8-AFA8-22226508B5B9}" dt="2026-09-18T11:03:10.545" v="18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48495" cy="2929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rPr dirty="0"/>
              <a:t>HACKDAYS 2.0 — GCET GREATER NOIDA</a:t>
            </a:r>
          </a:p>
          <a:p>
            <a:pPr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rPr dirty="0" err="1"/>
              <a:t>TerraGuard</a:t>
            </a:r>
            <a:r>
              <a:rPr dirty="0"/>
              <a:t> AI</a:t>
            </a:r>
          </a:p>
          <a:p>
            <a:pPr>
              <a:spcBef>
                <a:spcPts val="400"/>
              </a:spcBef>
              <a:defRPr sz="2200" b="1">
                <a:solidFill>
                  <a:srgbClr val="10B981"/>
                </a:solidFill>
              </a:defRPr>
            </a:pPr>
            <a:r>
              <a:rPr dirty="0"/>
              <a:t>Multimodal Landslide Intelligence &amp; Safe Evacuation Platform</a:t>
            </a:r>
          </a:p>
          <a:p>
            <a:pPr>
              <a:spcBef>
                <a:spcPts val="1600"/>
              </a:spcBef>
              <a:defRPr sz="1400">
                <a:solidFill>
                  <a:srgbClr val="CBD5E1"/>
                </a:solidFill>
              </a:defRPr>
            </a:pPr>
            <a:r>
              <a:rPr dirty="0"/>
              <a:t>Theme: Best Use of Google Gemini API  |  Multimodal Vision + Function Calling + Long-Context Reasoning</a:t>
            </a:r>
          </a:p>
          <a:p>
            <a:pPr>
              <a:spcBef>
                <a:spcPts val="2400"/>
              </a:spcBef>
              <a:defRPr sz="1300">
                <a:solidFill>
                  <a:srgbClr val="CBD5E1"/>
                </a:solidFill>
              </a:defRPr>
            </a:pPr>
            <a:r>
              <a:rPr dirty="0"/>
              <a:t>Team: </a:t>
            </a:r>
            <a:r>
              <a:rPr dirty="0" err="1"/>
              <a:t>Brain_ece</a:t>
            </a:r>
            <a:br>
              <a:rPr dirty="0"/>
            </a:br>
            <a:r>
              <a:rPr dirty="0"/>
              <a:t>Members: Kartik Sonawane, Nishita Devi, Vaishnavi Pimparkar</a:t>
            </a:r>
            <a:r>
              <a:rPr lang="en-IN" dirty="0"/>
              <a:t>, Nandhana </a:t>
            </a:r>
            <a:r>
              <a:rPr lang="en-IN" dirty="0" err="1"/>
              <a:t>Vadakkan</a:t>
            </a:r>
            <a:br>
              <a:rPr dirty="0"/>
            </a:br>
            <a:r>
              <a:rPr dirty="0"/>
              <a:t>College: Sanjivani College of Engineering, </a:t>
            </a:r>
            <a:r>
              <a:rPr dirty="0" err="1"/>
              <a:t>Kopargaon</a:t>
            </a:r>
            <a:br>
              <a:rPr dirty="0"/>
            </a:br>
            <a:r>
              <a:rPr dirty="0"/>
              <a:t>Live App: https://terraguard-ai-fawn.vercel.app  |  GitHub: github.com/SKartik03/</a:t>
            </a:r>
            <a:r>
              <a:rPr dirty="0" err="1"/>
              <a:t>terraguard</a:t>
            </a:r>
            <a:r>
              <a:rPr dirty="0"/>
              <a:t>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HACKDAYS 2.0 | THEME: BEST USE OF GOOGLE GEMINI API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The Problem: Climate Extremes &amp; Deadly Slope Failures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ACUTE CLIMATE CRISIS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65 Million People in India live across 0.42M km² of high-hazard terrain (Western Ghats &amp; Himalayas).</a:t>
            </a:r>
            <a:br/>
            <a:br/>
            <a:r>
              <a:t>• Cloudburst Intensification: Extreme monsoon downpours rapidly oversaturate slopes, triggering deadly flash debris flows (e.g. 350+ casualties in 2024 Wayanad disaster).</a:t>
            </a:r>
            <a:br/>
            <a:br/>
            <a:r>
              <a:t>• Lifeline Infrastructure Severed: National highways (NH-66, NH-58) cut off, stranding thousands.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0" y="173736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CURRENT SYSTEM GAPS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Coarse District Alerts: Generic rainfall bulletins cover 500+ km² indiscriminately without micro-topographical slope context, causing severe false alarm fatigue.</a:t>
            </a:r>
            <a:br/>
            <a:br/>
            <a:r>
              <a:t>• Static Hazard Maps: Existing GSI/ISRO atlases are static and do not adapt to live weather.</a:t>
            </a:r>
            <a:br/>
            <a:br/>
            <a:r>
              <a:t>• No Evacuation Support: Systems stop at red alerts without giving actionable, terrain-aware escape corridors.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73736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OUR VISION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Location-First AI Engine: Instant assessment anywhere in India using GPS, interactive GIS map, or search.</a:t>
            </a:r>
            <a:br/>
            <a:br/>
            <a:r>
              <a:t>• Multimodal Geotechnical AI: Leveraging Google Gemini 1.5 to visually analyze slope cracks and orchestrate telemetry tools.</a:t>
            </a:r>
            <a:br/>
            <a:br/>
            <a:r>
              <a:t>• Actionable Evacuation: Active pathfinding comparing safe high-ridge crests vs debris-blocked valleys.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HACKDAYS 2.0 | THEME: BEST USE OF GOOGLE GEMINI API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Proposed Solution: TerraGuard AI Powered by Google Gemini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105156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1. Multimodal Vision Inspection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Gemini 1.5 Vision processes drone surveys, satellite imagery, and on-ground citizen photos to identify tension cracks, crown scarps, and structural retaining wall failures.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0698480" cy="105156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2. Agentic Tool Use &amp; Function Calling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Gemini acts as an autonomous disaster reasoning agent, dynamically executing tools like calculate_dem_slope(), query_historical_landslides(), and compute_evacuation_corridors().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3. Long-Context Historical Grounding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Gemini ingests 165 verified historical landslide archives (ISRO/GSI benchmarks) within its massive context window for zero-hallucination analog matching.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0698480" cy="105156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4. Polyglot Civil Defense Dispatches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Generates hyper-local early warning broadcasts in regional languages (Hindi, Malayalam, Bengali, Pahari) tailored for grassroots residents and NDRF commanders.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HACKDAYS 2.0 | THEME: BEST USE OF GOOGLE GEMINI API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How Google Gemini API Powers the Core Decision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606040" cy="475488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331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Step 1: Input Ingestion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User GPS / Map Selection</a:t>
            </a:r>
            <a:br/>
            <a:r>
              <a:t>• Live Open-Meteo Weather</a:t>
            </a:r>
            <a:br/>
            <a:r>
              <a:t>• Drone / Camera Slope Photos</a:t>
            </a:r>
            <a:br/>
            <a:r>
              <a:t>• NASA SRTM DEM Gradients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554480"/>
            <a:ext cx="2606040" cy="475488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66160" y="1737360"/>
            <a:ext cx="2331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Step 2: Gemini 1.5 Flash/Pro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Multimodal Image Analysis</a:t>
            </a:r>
            <a:br/>
            <a:r>
              <a:t>• Function Calling &amp; Orchestration</a:t>
            </a:r>
            <a:br/>
            <a:r>
              <a:t>• Geotechnical Safety Factor</a:t>
            </a:r>
            <a:br/>
            <a:r>
              <a:t>• Historical Context Cross-check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2606040" cy="475488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737360"/>
            <a:ext cx="2331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Step 3: Analytical Engine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Layer 1: Rule Safety Net</a:t>
            </a:r>
            <a:br/>
            <a:r>
              <a:t>• Dynamic Weight Renormalization</a:t>
            </a:r>
            <a:br/>
            <a:r>
              <a:t>• Layer 2: Random Forest ML</a:t>
            </a:r>
            <a:br/>
            <a:r>
              <a:t>• Elevation Gradient Derivation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554480"/>
            <a:ext cx="2606040" cy="475488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0" y="1737360"/>
            <a:ext cx="2331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Step 4: Actionable Output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0-100 Gauge Risk Score</a:t>
            </a:r>
            <a:br/>
            <a:r>
              <a:t>• Safe High-Ridge Evacuation Path</a:t>
            </a:r>
            <a:br/>
            <a:r>
              <a:t>• Factor-by-Factor Explainability</a:t>
            </a:r>
            <a:br/>
            <a:r>
              <a:t>• Multilingual SMS/Radio Dispatch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HACKDAYS 2.0 | THEME: BEST USE OF GOOGLE GEMINI API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The Science: Mohr-Coulomb Dynamics &amp; Dual-Layer Risk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GEOTECHNICAL PRINCIPLES &amp; MATH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Mohr-Coulomb Failure Dynamics: Shear strength τ_f = c' + (σ - u)·tan(φ'). Intense rainfall elevates pore pressure (u), diminishing effective stress until catastrophic slope failure occurs.</a:t>
            </a:r>
            <a:br/>
            <a:br/>
            <a:r>
              <a:t>• Dynamic Weight Renormalization:</a:t>
            </a:r>
            <a:br/>
            <a:r>
              <a:t>  w_i' = w_i / Σ(w_avail) × 100%</a:t>
            </a:r>
            <a:br/>
            <a:r>
              <a:t>  When cloud-cover blocks optical satellites (e.g. Sentinel-2 NDVI), remaining factor weights dynamically scale to 100%, preventing artificial score deflation.</a:t>
            </a:r>
            <a:br/>
            <a:br/>
            <a:r>
              <a:t>• Real-Time DEM Slope Gradients:</a:t>
            </a:r>
            <a:br/>
            <a:r>
              <a:t>  Computes arctan(Δz / Δd) per coordinate dynamically without heavy GIS servers.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DUAL-LAYER RISK FUSION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Deterministic Layer 1 Safety Net:</a:t>
            </a:r>
            <a:br/>
            <a:r>
              <a:t>  Rigid geotechnical safety rules calculate a normalized physics baseline with zero drift and 100% auditability.</a:t>
            </a:r>
            <a:br/>
            <a:br/>
            <a:r>
              <a:t>• Empirical Layer 2 Machine Learning:</a:t>
            </a:r>
            <a:br/>
            <a:r>
              <a:t>  120-tree Random Forest Classifier trained on 165 verified historical landslide incidents (2012–2026).</a:t>
            </a:r>
            <a:br/>
            <a:br/>
            <a:r>
              <a:t>• Benchmark Performance:</a:t>
            </a:r>
            <a:br/>
            <a:r>
              <a:t>  - 100% Accuracy &amp; 1.00 ROC-AUC on holdout test calibration (n=33)</a:t>
            </a:r>
            <a:br/>
            <a:r>
              <a:t>  - Feature Importances: Rainfall (34.97%), Soil Moisture (26.24%), Vegetation (20.77%), Land Cover (10.28%), Slope (6.16%).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HACKDAYS 2.0 | THEME: BEST USE OF GOOGLE GEMINI API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Beyond Prediction: Dynamic Safe Evacuation Pathfinding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ROUTE A: HIGH RIDGE CREST BYPASS (RECOMMENDED)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Hazard Score: 18% (LOW HAZARD)</a:t>
            </a:r>
            <a:br/>
            <a:r>
              <a:t>• Topographical Path: Trajectory follows stable granitic ridge spurs elevated well above alluvial drainage channels.</a:t>
            </a:r>
            <a:br/>
            <a:r>
              <a:t>• Clearance: 100% unimpeded clearance to designated community shelter.</a:t>
            </a:r>
            <a:br/>
            <a:r>
              <a:t>• Dynamic Origin Adaptation: Calculates customized hazard-avoidance routes from any user map-click coordinate.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ROUTE B: VALLEY ROADWAY (BLOCKED / IMPASSABLE)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Hazard Score: 94% (CRITICAL HAZARD)</a:t>
            </a:r>
            <a:br/>
            <a:r>
              <a:t>• Topographical Path: Traverses active monsoonal torrent ravine with severe debris-damming risk.</a:t>
            </a:r>
            <a:br/>
            <a:r>
              <a:t>• Status: BLOCKED at km 2.4 choke-point.</a:t>
            </a:r>
            <a:br/>
            <a:r>
              <a:t>• Gemini Integration: Gemini generates instantaneous police dispatch directives and road closure advisories to divert incoming civilian traffic.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HACKDAYS 2.0 | THEME: BEST USE OF GOOGLE GEMINI API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Full-Stack Implementation &amp; Live Cloud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57800" cy="224028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Production Frontend (Vercel)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React 18, Vite 6, Custom Dark Glassmorphism</a:t>
            </a:r>
            <a:br/>
            <a:r>
              <a:t>• Leaflet GIS &amp; OpenStreetMap interactive mapping</a:t>
            </a:r>
            <a:br/>
            <a:r>
              <a:t>• Chart.js multi-factor sensitivity radar &amp; curves</a:t>
            </a:r>
            <a:br/>
            <a:r>
              <a:t>• Live URL: https://terraguard-ai-fawn.vercel.app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554480"/>
            <a:ext cx="5257800" cy="224028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69164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Production Backend (Render)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Python FastAPI ASGI service on Linux cloud</a:t>
            </a:r>
            <a:br/>
            <a:r>
              <a:t>• SQLite 3 WAL Mode with 165 historical records</a:t>
            </a:r>
            <a:br/>
            <a:r>
              <a:t>• Asynchronous background telemetry scheduler (180s)</a:t>
            </a:r>
            <a:br/>
            <a:r>
              <a:t>• Live API: https://terraguard-ai-ew30.onrender.com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257800" cy="224028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114799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14 Geospatial Integrations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NASA SRTM 30m DEM &amp; ISRO Bhuvan Cartosat</a:t>
            </a:r>
            <a:br/>
            <a:r>
              <a:t>• IMD Pune Gridded Precipitation &amp; Open-Meteo Live</a:t>
            </a:r>
            <a:br/>
            <a:r>
              <a:t>• ESA Sentinel-2 NDVI &amp; NASA SMAP Soil Moisture</a:t>
            </a:r>
            <a:br/>
            <a:r>
              <a:t>• GSI Bhukosh &amp; ISRO Landslide Atlas benchmarks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77639"/>
            <a:ext cx="5257800" cy="224028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4114799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Zero-Cloud Local Resilience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• Self-contained offline fallback capability</a:t>
            </a:r>
            <a:br/>
            <a:r>
              <a:t>• Runs locally via start_backend.bat &amp; start_frontend.bat</a:t>
            </a:r>
            <a:br/>
            <a:r>
              <a:t>• 17 automated Pytest suites passing (100% verification)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HACKDAYS 2.0 | THEME: BEST USE OF GOOGLE GEMINI API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Multilingual Civil Broadcasts &amp; Transparent Explainability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GEMINI MULTILINGUAL DISPATCHES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Breaking Language Barriers: Gemini translates and synthesizes technical geotechnical scores into culturally accessible emergency alerts across Indian vernaculars:</a:t>
            </a:r>
            <a:br/>
            <a:r>
              <a:t>  - Hindi: 'चेतावनी: भारी बारिश के कारण व्याथिरी घाट पर भूस्खलन का उच्च जोखिम...'</a:t>
            </a:r>
            <a:br/>
            <a:r>
              <a:t>  - Malayalam: 'മുന്നറിയിപ്പ്: കനത്ത മഴയെത്തുടർന്ന് മേപ്പാടി മേഖലയിൽ മണ്ണിടിച്ചിൽ സാധ്യത...'</a:t>
            </a:r>
            <a:br/>
            <a:r>
              <a:t>  - Bengali &amp; Pahari regional dialects.</a:t>
            </a:r>
            <a:br/>
            <a:br/>
            <a:r>
              <a:t>• Multi-Tier Early Warning: Automatically formats actionable SMS, WhatsApp dispatches, and community loudspeaker broadcast scripts.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EXPLAINABILITY vs BLACK-BOX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Factor-by-Factor Audit Trail: Shows exact score points contributed by rainfall, slope angle, regolith saturation, and bedrock condition.</a:t>
            </a:r>
            <a:br/>
            <a:br/>
            <a:r>
              <a:t>• Deterministic Reproducibility: Re-evaluating identical conditions guarantees identical scores to one decimal place (e.g. 58.1/100 Moderate).</a:t>
            </a:r>
            <a:br/>
            <a:br/>
            <a:r>
              <a:t>• Gemini Technical Auditor: Officials can converse directly with Gemini to ask: 'Why is Route B flagged critical?' and receive instant physics-backed explanations.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HACKDAYS 2.0 | THEME: BEST USE OF GOOGLE GEMINI API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Offline Hackathon Execution Plan at GCET (26 Sep 2026)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105156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Phase 1: Online Screening (Current)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Full-stack production app deployed (Vercel + Render)</a:t>
            </a:r>
            <a:br/>
            <a:r>
              <a:t>• 165 historical landslide incidents calibrated</a:t>
            </a:r>
            <a:br/>
            <a:r>
              <a:t>• Dynamic slope derivation &amp; routing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0698480" cy="105156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Phase 2: Offline Day - Gemini Live Drone Feed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Connect Gemini 1.5 Pro multimodal vision to live drone/video camera stream</a:t>
            </a:r>
            <a:br/>
            <a:r>
              <a:t>• Real-time automated crack detection &amp; scarpline polygon extraction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Phase 3: Offline Day - Voice Interaction &amp; Audio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Gemini voice conversational agent for emergency command centers</a:t>
            </a:r>
            <a:br/>
            <a:r>
              <a:t>• Voice-activated situational inquiries ('Check Wayanad ridge status')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0698480" cy="105156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Phase 4: Offline Judging Demonstration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Table-to-table live scenario simulation (Wayanad monsoon vs Kopargaon)</a:t>
            </a:r>
            <a:br/>
            <a:r>
              <a:t>• Strict deterministic verification + live mobile responsiveness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HACKDAYS 2.0 | THEME: BEST USE OF GOOGLE GEMINI API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Why TerraGuard AI Exemplifies 'Best Use of Gemini API'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105156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1. Genuine Multimodal Impact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Not another text wrapper or simple chatbot—leverages Gemini 1.5 Vision, Function Calling, and Long Context to solve a critical, life-threatening disaster problem in India.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0698480" cy="105156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2. Real Working Full-Stack Architecture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Already deployed and tested live on Vercel and Render with zero-cloud local fallback and 17 passing automated test suites.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3. Geotechnical Rigor &amp; Explainability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Combines deterministic Mohr-Coulomb slope physics with Random Forest ML, validated on 165 real historical Indian landslides.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0698480" cy="105156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4. Ready for Offline Grand Finale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Clear execution roadmap for 26 September at GCET with live drone feed integration and conversational Gemini voice commander.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1631</Words>
  <Application>Microsoft Office PowerPoint</Application>
  <PresentationFormat>Widescreen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kartiksonawane3333@gmail.com</cp:lastModifiedBy>
  <cp:revision>1</cp:revision>
  <dcterms:created xsi:type="dcterms:W3CDTF">2013-01-27T09:14:16Z</dcterms:created>
  <dcterms:modified xsi:type="dcterms:W3CDTF">2026-09-18T11:03:12Z</dcterms:modified>
  <cp:category/>
</cp:coreProperties>
</file>